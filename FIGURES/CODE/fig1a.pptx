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C4ED"/>
    <a:srgbClr val="E29D28"/>
    <a:srgbClr val="474747"/>
    <a:srgbClr val="3191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3" d="100"/>
          <a:sy n="63" d="100"/>
        </p:scale>
        <p:origin x="-1120" y="-3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2BB33-4B84-584A-BE27-E0CD10E33AC1}" type="datetimeFigureOut">
              <a:t>11/13/17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580-7D37-D54B-A8D9-82A4CD7D17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64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2BB33-4B84-584A-BE27-E0CD10E33AC1}" type="datetimeFigureOut">
              <a:t>11/13/17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580-7D37-D54B-A8D9-82A4CD7D17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150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2BB33-4B84-584A-BE27-E0CD10E33AC1}" type="datetimeFigureOut">
              <a:t>11/13/17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580-7D37-D54B-A8D9-82A4CD7D17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609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2BB33-4B84-584A-BE27-E0CD10E33AC1}" type="datetimeFigureOut">
              <a:t>11/13/17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580-7D37-D54B-A8D9-82A4CD7D17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35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2BB33-4B84-584A-BE27-E0CD10E33AC1}" type="datetimeFigureOut">
              <a:t>11/13/17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580-7D37-D54B-A8D9-82A4CD7D17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313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2BB33-4B84-584A-BE27-E0CD10E33AC1}" type="datetimeFigureOut">
              <a:t>11/13/17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580-7D37-D54B-A8D9-82A4CD7D17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347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2BB33-4B84-584A-BE27-E0CD10E33AC1}" type="datetimeFigureOut">
              <a:t>11/13/17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580-7D37-D54B-A8D9-82A4CD7D17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158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2BB33-4B84-584A-BE27-E0CD10E33AC1}" type="datetimeFigureOut">
              <a:t>11/13/17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580-7D37-D54B-A8D9-82A4CD7D17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529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2BB33-4B84-584A-BE27-E0CD10E33AC1}" type="datetimeFigureOut">
              <a:t>11/13/17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580-7D37-D54B-A8D9-82A4CD7D17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938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2BB33-4B84-584A-BE27-E0CD10E33AC1}" type="datetimeFigureOut">
              <a:t>11/13/17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580-7D37-D54B-A8D9-82A4CD7D17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391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2BB33-4B84-584A-BE27-E0CD10E33AC1}" type="datetimeFigureOut">
              <a:t>11/13/17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580-7D37-D54B-A8D9-82A4CD7D17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421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2BB33-4B84-584A-BE27-E0CD10E33AC1}" type="datetimeFigureOut">
              <a:t>11/13/17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11B580-7D37-D54B-A8D9-82A4CD7D17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885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/>
          <p:cNvCxnSpPr/>
          <p:nvPr/>
        </p:nvCxnSpPr>
        <p:spPr>
          <a:xfrm flipV="1">
            <a:off x="1240444" y="1014004"/>
            <a:ext cx="10947" cy="4685168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1240444" y="5699172"/>
            <a:ext cx="7444382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48991" y="5845311"/>
            <a:ext cx="335520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latin typeface="Arial"/>
                <a:cs typeface="Arial"/>
              </a:rPr>
              <a:t>Genomic location</a:t>
            </a:r>
            <a:endParaRPr lang="en-US" sz="3200" dirty="0">
              <a:latin typeface="Arial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 rot="16200000">
            <a:off x="-1617211" y="3069313"/>
            <a:ext cx="426010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latin typeface="Arial"/>
                <a:cs typeface="Arial"/>
              </a:rPr>
              <a:t>Methylation Difference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1273288" y="3860679"/>
            <a:ext cx="7236370" cy="1094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744019" y="3926341"/>
            <a:ext cx="182880" cy="182880"/>
          </a:xfrm>
          <a:prstGeom prst="ellipse">
            <a:avLst/>
          </a:prstGeom>
          <a:solidFill>
            <a:srgbClr val="74C4ED"/>
          </a:solidFill>
          <a:ln>
            <a:solidFill>
              <a:srgbClr val="74C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170119" y="4133486"/>
            <a:ext cx="182880" cy="182880"/>
          </a:xfrm>
          <a:prstGeom prst="ellipse">
            <a:avLst/>
          </a:prstGeom>
          <a:solidFill>
            <a:srgbClr val="74C4ED"/>
          </a:solidFill>
          <a:ln>
            <a:solidFill>
              <a:srgbClr val="74C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2453895" y="3694640"/>
            <a:ext cx="182880" cy="182880"/>
          </a:xfrm>
          <a:prstGeom prst="ellipse">
            <a:avLst/>
          </a:prstGeom>
          <a:solidFill>
            <a:srgbClr val="74C4ED"/>
          </a:solidFill>
          <a:ln>
            <a:solidFill>
              <a:srgbClr val="74C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066111" y="3847040"/>
            <a:ext cx="182880" cy="182880"/>
          </a:xfrm>
          <a:prstGeom prst="ellipse">
            <a:avLst/>
          </a:prstGeom>
          <a:solidFill>
            <a:srgbClr val="74C4ED"/>
          </a:solidFill>
          <a:ln>
            <a:solidFill>
              <a:srgbClr val="74C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501110" y="2742113"/>
            <a:ext cx="182880" cy="182880"/>
          </a:xfrm>
          <a:prstGeom prst="ellipse">
            <a:avLst/>
          </a:prstGeom>
          <a:solidFill>
            <a:srgbClr val="319162"/>
          </a:solidFill>
          <a:ln>
            <a:solidFill>
              <a:srgbClr val="3191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746568" y="2336129"/>
            <a:ext cx="182880" cy="182880"/>
          </a:xfrm>
          <a:prstGeom prst="ellipse">
            <a:avLst/>
          </a:prstGeom>
          <a:solidFill>
            <a:srgbClr val="319162"/>
          </a:solidFill>
          <a:ln>
            <a:solidFill>
              <a:srgbClr val="3191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496477" y="2651844"/>
            <a:ext cx="182880" cy="182880"/>
          </a:xfrm>
          <a:prstGeom prst="ellipse">
            <a:avLst/>
          </a:prstGeom>
          <a:solidFill>
            <a:srgbClr val="319162"/>
          </a:solidFill>
          <a:ln>
            <a:solidFill>
              <a:srgbClr val="3191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4864837" y="1779785"/>
            <a:ext cx="182880" cy="182880"/>
          </a:xfrm>
          <a:prstGeom prst="ellipse">
            <a:avLst/>
          </a:prstGeom>
          <a:solidFill>
            <a:srgbClr val="319162"/>
          </a:solidFill>
          <a:ln>
            <a:solidFill>
              <a:srgbClr val="3191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5333108" y="2181949"/>
            <a:ext cx="182880" cy="182880"/>
          </a:xfrm>
          <a:prstGeom prst="ellipse">
            <a:avLst/>
          </a:prstGeom>
          <a:solidFill>
            <a:srgbClr val="319162"/>
          </a:solidFill>
          <a:ln>
            <a:solidFill>
              <a:srgbClr val="3191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6155223" y="3948239"/>
            <a:ext cx="182880" cy="182880"/>
          </a:xfrm>
          <a:prstGeom prst="ellipse">
            <a:avLst/>
          </a:prstGeom>
          <a:solidFill>
            <a:srgbClr val="74C4ED"/>
          </a:solidFill>
          <a:ln>
            <a:solidFill>
              <a:srgbClr val="74C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6532734" y="3604370"/>
            <a:ext cx="182880" cy="182880"/>
          </a:xfrm>
          <a:prstGeom prst="ellipse">
            <a:avLst/>
          </a:prstGeom>
          <a:solidFill>
            <a:srgbClr val="74C4ED"/>
          </a:solidFill>
          <a:ln>
            <a:solidFill>
              <a:srgbClr val="74C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6883058" y="3361700"/>
            <a:ext cx="182880" cy="182880"/>
          </a:xfrm>
          <a:prstGeom prst="ellipse">
            <a:avLst/>
          </a:prstGeom>
          <a:solidFill>
            <a:srgbClr val="74C4ED"/>
          </a:solidFill>
          <a:ln>
            <a:solidFill>
              <a:srgbClr val="74C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7707989" y="4539092"/>
            <a:ext cx="182880" cy="182880"/>
          </a:xfrm>
          <a:prstGeom prst="ellipse">
            <a:avLst/>
          </a:prstGeom>
          <a:solidFill>
            <a:srgbClr val="E29D28"/>
          </a:solidFill>
          <a:ln>
            <a:solidFill>
              <a:srgbClr val="E29D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8323542" y="3563267"/>
            <a:ext cx="182880" cy="182880"/>
          </a:xfrm>
          <a:prstGeom prst="ellipse">
            <a:avLst/>
          </a:prstGeom>
          <a:solidFill>
            <a:srgbClr val="74C4ED"/>
          </a:solidFill>
          <a:ln>
            <a:solidFill>
              <a:srgbClr val="74C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932628" y="3629846"/>
            <a:ext cx="340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0</a:t>
            </a:r>
            <a:endParaRPr lang="en-US" sz="2400" dirty="0"/>
          </a:p>
        </p:txBody>
      </p:sp>
      <p:sp>
        <p:nvSpPr>
          <p:cNvPr id="24" name="Rectangle 23"/>
          <p:cNvSpPr/>
          <p:nvPr/>
        </p:nvSpPr>
        <p:spPr>
          <a:xfrm>
            <a:off x="6155223" y="904517"/>
            <a:ext cx="2354435" cy="2203356"/>
          </a:xfrm>
          <a:prstGeom prst="rect">
            <a:avLst/>
          </a:prstGeom>
          <a:noFill/>
          <a:ln w="28575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6713715" y="942289"/>
            <a:ext cx="1786041" cy="20774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000" dirty="0" smtClean="0">
                <a:latin typeface="Arial"/>
                <a:cs typeface="Arial"/>
              </a:rPr>
              <a:t>True Positive</a:t>
            </a:r>
          </a:p>
          <a:p>
            <a:pPr>
              <a:lnSpc>
                <a:spcPct val="130000"/>
              </a:lnSpc>
            </a:pPr>
            <a:r>
              <a:rPr lang="en-US" sz="2000" dirty="0" smtClean="0">
                <a:latin typeface="Arial"/>
                <a:cs typeface="Arial"/>
              </a:rPr>
              <a:t>False Positive</a:t>
            </a:r>
          </a:p>
          <a:p>
            <a:pPr>
              <a:lnSpc>
                <a:spcPct val="130000"/>
              </a:lnSpc>
            </a:pPr>
            <a:r>
              <a:rPr lang="en-US" sz="2000" dirty="0" smtClean="0">
                <a:latin typeface="Arial"/>
                <a:cs typeface="Arial"/>
              </a:rPr>
              <a:t>True Negative</a:t>
            </a:r>
          </a:p>
          <a:p>
            <a:pPr>
              <a:lnSpc>
                <a:spcPct val="130000"/>
              </a:lnSpc>
            </a:pPr>
            <a:r>
              <a:rPr lang="en-US" sz="2000" dirty="0" smtClean="0">
                <a:latin typeface="Arial"/>
                <a:cs typeface="Arial"/>
              </a:rPr>
              <a:t>Loci</a:t>
            </a:r>
          </a:p>
          <a:p>
            <a:pPr>
              <a:lnSpc>
                <a:spcPct val="130000"/>
              </a:lnSpc>
            </a:pPr>
            <a:r>
              <a:rPr lang="en-US" sz="2000" dirty="0" smtClean="0">
                <a:latin typeface="Arial"/>
                <a:cs typeface="Arial"/>
              </a:rPr>
              <a:t>Region</a:t>
            </a:r>
          </a:p>
        </p:txBody>
      </p:sp>
      <p:sp>
        <p:nvSpPr>
          <p:cNvPr id="26" name="Oval 25"/>
          <p:cNvSpPr/>
          <p:nvPr/>
        </p:nvSpPr>
        <p:spPr>
          <a:xfrm>
            <a:off x="7400589" y="4224926"/>
            <a:ext cx="182880" cy="182880"/>
          </a:xfrm>
          <a:prstGeom prst="ellipse">
            <a:avLst/>
          </a:prstGeom>
          <a:solidFill>
            <a:srgbClr val="E29D28"/>
          </a:solidFill>
          <a:ln>
            <a:solidFill>
              <a:srgbClr val="E29D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5590653" y="2924993"/>
            <a:ext cx="182880" cy="182880"/>
          </a:xfrm>
          <a:prstGeom prst="ellipse">
            <a:avLst/>
          </a:prstGeom>
          <a:solidFill>
            <a:srgbClr val="319162"/>
          </a:solidFill>
          <a:ln>
            <a:solidFill>
              <a:srgbClr val="3191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/>
          <p:cNvCxnSpPr/>
          <p:nvPr/>
        </p:nvCxnSpPr>
        <p:spPr>
          <a:xfrm>
            <a:off x="3501110" y="2519009"/>
            <a:ext cx="2272423" cy="0"/>
          </a:xfrm>
          <a:prstGeom prst="line">
            <a:avLst/>
          </a:prstGeom>
          <a:ln>
            <a:solidFill>
              <a:srgbClr val="3191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548337" y="4029920"/>
            <a:ext cx="1700654" cy="0"/>
          </a:xfrm>
          <a:prstGeom prst="line">
            <a:avLst/>
          </a:prstGeom>
          <a:ln>
            <a:solidFill>
              <a:srgbClr val="74C4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6032731" y="3780439"/>
            <a:ext cx="1033207" cy="0"/>
          </a:xfrm>
          <a:prstGeom prst="line">
            <a:avLst/>
          </a:prstGeom>
          <a:ln>
            <a:solidFill>
              <a:srgbClr val="74C4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8233910" y="3651744"/>
            <a:ext cx="341436" cy="0"/>
          </a:xfrm>
          <a:prstGeom prst="line">
            <a:avLst/>
          </a:prstGeom>
          <a:ln>
            <a:solidFill>
              <a:srgbClr val="74C4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7290335" y="4457978"/>
            <a:ext cx="704776" cy="0"/>
          </a:xfrm>
          <a:prstGeom prst="line">
            <a:avLst/>
          </a:prstGeom>
          <a:ln>
            <a:solidFill>
              <a:srgbClr val="E29D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441294" y="1156337"/>
            <a:ext cx="182880" cy="182880"/>
          </a:xfrm>
          <a:prstGeom prst="rect">
            <a:avLst/>
          </a:prstGeom>
          <a:solidFill>
            <a:srgbClr val="319162"/>
          </a:solidFill>
          <a:ln>
            <a:solidFill>
              <a:srgbClr val="3191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6441294" y="1559026"/>
            <a:ext cx="182880" cy="182880"/>
          </a:xfrm>
          <a:prstGeom prst="rect">
            <a:avLst/>
          </a:prstGeom>
          <a:solidFill>
            <a:srgbClr val="E29D28"/>
          </a:solidFill>
          <a:ln>
            <a:solidFill>
              <a:srgbClr val="E29D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6441294" y="1952600"/>
            <a:ext cx="182880" cy="182880"/>
          </a:xfrm>
          <a:prstGeom prst="rect">
            <a:avLst/>
          </a:prstGeom>
          <a:solidFill>
            <a:srgbClr val="74C4ED"/>
          </a:solidFill>
          <a:ln>
            <a:solidFill>
              <a:srgbClr val="74C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441294" y="2336129"/>
            <a:ext cx="182880" cy="182880"/>
          </a:xfrm>
          <a:prstGeom prst="ellipse">
            <a:avLst/>
          </a:prstGeom>
          <a:solidFill>
            <a:srgbClr val="474747"/>
          </a:solidFill>
          <a:ln>
            <a:solidFill>
              <a:srgbClr val="4747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/>
          <p:cNvCxnSpPr/>
          <p:nvPr/>
        </p:nvCxnSpPr>
        <p:spPr>
          <a:xfrm>
            <a:off x="6416756" y="2811044"/>
            <a:ext cx="228600" cy="0"/>
          </a:xfrm>
          <a:prstGeom prst="line">
            <a:avLst/>
          </a:prstGeom>
          <a:ln>
            <a:solidFill>
              <a:srgbClr val="4747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19660" y="-85553"/>
            <a:ext cx="7672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atin typeface="Arial"/>
                <a:cs typeface="Arial"/>
              </a:rPr>
              <a:t>(A) Region </a:t>
            </a:r>
            <a:r>
              <a:rPr lang="en-US" sz="3600" b="1" dirty="0" err="1" smtClean="0">
                <a:latin typeface="Arial"/>
                <a:cs typeface="Arial"/>
              </a:rPr>
              <a:t>vs</a:t>
            </a:r>
            <a:r>
              <a:rPr lang="en-US" sz="3600" b="1" dirty="0" smtClean="0">
                <a:latin typeface="Arial"/>
                <a:cs typeface="Arial"/>
              </a:rPr>
              <a:t> </a:t>
            </a:r>
            <a:r>
              <a:rPr lang="en-US" sz="3600" b="1" dirty="0" err="1" smtClean="0">
                <a:latin typeface="Arial"/>
                <a:cs typeface="Arial"/>
              </a:rPr>
              <a:t>CpG</a:t>
            </a:r>
            <a:r>
              <a:rPr lang="en-US" sz="3600" b="1" dirty="0" smtClean="0">
                <a:latin typeface="Arial"/>
                <a:cs typeface="Arial"/>
              </a:rPr>
              <a:t> level FDR</a:t>
            </a:r>
            <a:endParaRPr lang="en-US" sz="3600" b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2573953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53</TotalTime>
  <Words>21</Words>
  <Application>Microsoft Macintosh PowerPoint</Application>
  <PresentationFormat>On-screen Show (4:3)</PresentationFormat>
  <Paragraphs>9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Default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Keegan Korthauer</dc:creator>
  <cp:lastModifiedBy>Keegan Korthauer</cp:lastModifiedBy>
  <cp:revision>6</cp:revision>
  <dcterms:created xsi:type="dcterms:W3CDTF">2017-08-14T19:39:29Z</dcterms:created>
  <dcterms:modified xsi:type="dcterms:W3CDTF">2017-11-13T20:16:56Z</dcterms:modified>
</cp:coreProperties>
</file>