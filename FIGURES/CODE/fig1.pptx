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C4ED"/>
    <a:srgbClr val="E29D28"/>
    <a:srgbClr val="474747"/>
    <a:srgbClr val="319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30" d="100"/>
          <a:sy n="130" d="100"/>
        </p:scale>
        <p:origin x="-952" y="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0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1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4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2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3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9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2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2BB33-4B84-584A-BE27-E0CD10E33AC1}" type="datetimeFigureOut">
              <a:t>8/14/17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1B580-7D37-D54B-A8D9-82A4CD7D17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8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1240444" y="1014004"/>
            <a:ext cx="10947" cy="468516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240444" y="5699172"/>
            <a:ext cx="7444382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94168" y="5845311"/>
            <a:ext cx="2378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Genomic location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 rot="16200000">
            <a:off x="-1030312" y="3130868"/>
            <a:ext cx="3086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Methylation Difference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73288" y="3860679"/>
            <a:ext cx="7236370" cy="109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44019" y="3926341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70119" y="4133486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453895" y="369464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66111" y="384704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01110" y="2742113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46568" y="2336129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96477" y="2651844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864837" y="1779785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33108" y="2181949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155223" y="3948239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532734" y="360437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883058" y="3361700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707989" y="4539092"/>
            <a:ext cx="182880" cy="182880"/>
          </a:xfrm>
          <a:prstGeom prst="ellipse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323542" y="3563267"/>
            <a:ext cx="182880" cy="182880"/>
          </a:xfrm>
          <a:prstGeom prst="ellipse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32628" y="3629846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24" name="Rectangle 23"/>
          <p:cNvSpPr/>
          <p:nvPr/>
        </p:nvSpPr>
        <p:spPr>
          <a:xfrm>
            <a:off x="6155223" y="904517"/>
            <a:ext cx="2354435" cy="2203356"/>
          </a:xfrm>
          <a:prstGeom prst="rect">
            <a:avLst/>
          </a:prstGeom>
          <a:noFill/>
          <a:ln w="28575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834663" y="942289"/>
            <a:ext cx="1642522" cy="2077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dirty="0" smtClean="0"/>
              <a:t>True Positive</a:t>
            </a:r>
          </a:p>
          <a:p>
            <a:pPr>
              <a:lnSpc>
                <a:spcPct val="130000"/>
              </a:lnSpc>
            </a:pPr>
            <a:r>
              <a:rPr lang="en-US" sz="2000" dirty="0" smtClean="0"/>
              <a:t>False Positive</a:t>
            </a:r>
          </a:p>
          <a:p>
            <a:pPr>
              <a:lnSpc>
                <a:spcPct val="130000"/>
              </a:lnSpc>
            </a:pPr>
            <a:r>
              <a:rPr lang="en-US" sz="2000" dirty="0" smtClean="0"/>
              <a:t>True Negative</a:t>
            </a:r>
          </a:p>
          <a:p>
            <a:pPr>
              <a:lnSpc>
                <a:spcPct val="130000"/>
              </a:lnSpc>
            </a:pPr>
            <a:r>
              <a:rPr lang="en-US" sz="2000" dirty="0" smtClean="0"/>
              <a:t>Loci</a:t>
            </a:r>
          </a:p>
          <a:p>
            <a:pPr>
              <a:lnSpc>
                <a:spcPct val="130000"/>
              </a:lnSpc>
            </a:pPr>
            <a:r>
              <a:rPr lang="en-US" sz="2000" dirty="0" smtClean="0"/>
              <a:t>Region</a:t>
            </a:r>
          </a:p>
        </p:txBody>
      </p:sp>
      <p:sp>
        <p:nvSpPr>
          <p:cNvPr id="26" name="Oval 25"/>
          <p:cNvSpPr/>
          <p:nvPr/>
        </p:nvSpPr>
        <p:spPr>
          <a:xfrm>
            <a:off x="7400589" y="4224926"/>
            <a:ext cx="182880" cy="182880"/>
          </a:xfrm>
          <a:prstGeom prst="ellipse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590653" y="2924993"/>
            <a:ext cx="182880" cy="182880"/>
          </a:xfrm>
          <a:prstGeom prst="ellipse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>
            <a:off x="3501110" y="2519009"/>
            <a:ext cx="2272423" cy="0"/>
          </a:xfrm>
          <a:prstGeom prst="line">
            <a:avLst/>
          </a:prstGeom>
          <a:ln>
            <a:solidFill>
              <a:srgbClr val="319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548337" y="4029920"/>
            <a:ext cx="1700654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032731" y="3780439"/>
            <a:ext cx="1033207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233910" y="3651744"/>
            <a:ext cx="341436" cy="0"/>
          </a:xfrm>
          <a:prstGeom prst="line">
            <a:avLst/>
          </a:prstGeom>
          <a:ln>
            <a:solidFill>
              <a:srgbClr val="74C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290335" y="4457978"/>
            <a:ext cx="704776" cy="0"/>
          </a:xfrm>
          <a:prstGeom prst="line">
            <a:avLst/>
          </a:prstGeom>
          <a:ln>
            <a:solidFill>
              <a:srgbClr val="E29D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41294" y="1156337"/>
            <a:ext cx="182880" cy="182880"/>
          </a:xfrm>
          <a:prstGeom prst="rect">
            <a:avLst/>
          </a:prstGeom>
          <a:solidFill>
            <a:srgbClr val="319162"/>
          </a:solidFill>
          <a:ln>
            <a:solidFill>
              <a:srgbClr val="319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441294" y="1559026"/>
            <a:ext cx="182880" cy="182880"/>
          </a:xfrm>
          <a:prstGeom prst="rect">
            <a:avLst/>
          </a:prstGeom>
          <a:solidFill>
            <a:srgbClr val="E29D28"/>
          </a:solidFill>
          <a:ln>
            <a:solidFill>
              <a:srgbClr val="E29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441294" y="1952600"/>
            <a:ext cx="182880" cy="182880"/>
          </a:xfrm>
          <a:prstGeom prst="rect">
            <a:avLst/>
          </a:prstGeom>
          <a:solidFill>
            <a:srgbClr val="74C4ED"/>
          </a:solidFill>
          <a:ln>
            <a:solidFill>
              <a:srgbClr val="74C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441294" y="2336129"/>
            <a:ext cx="182880" cy="182880"/>
          </a:xfrm>
          <a:prstGeom prst="ellipse">
            <a:avLst/>
          </a:prstGeom>
          <a:solidFill>
            <a:srgbClr val="474747"/>
          </a:solidFill>
          <a:ln>
            <a:solidFill>
              <a:srgbClr val="4747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6416756" y="2811044"/>
            <a:ext cx="228600" cy="0"/>
          </a:xfrm>
          <a:prstGeom prst="line">
            <a:avLst/>
          </a:prstGeom>
          <a:ln>
            <a:solidFill>
              <a:srgbClr val="4747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7395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11</TotalTime>
  <Words>13</Words>
  <Application>Microsoft Macintosh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Keegan Korthauer</dc:creator>
  <cp:lastModifiedBy>Keegan Korthauer</cp:lastModifiedBy>
  <cp:revision>2</cp:revision>
  <dcterms:created xsi:type="dcterms:W3CDTF">2017-08-14T19:39:29Z</dcterms:created>
  <dcterms:modified xsi:type="dcterms:W3CDTF">2017-08-14T19:50:41Z</dcterms:modified>
</cp:coreProperties>
</file>